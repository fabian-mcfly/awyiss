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E417D-794E-BAC2-1D52-3C0571663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0A3777B-8CA2-863C-124B-344FB83A3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909677-3501-11C6-8C9B-6563DCE98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AA72-4632-4DEA-9E4B-7DBC1C9B0C3B}" type="datetimeFigureOut">
              <a:rPr lang="de-DE" smtClean="0"/>
              <a:t>20.06.2024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739371-964E-6C21-DE01-9A45EBB5D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07ACBC-1109-CCB4-4A40-F1D5C214F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27F7-4837-417E-9FAD-FE6E46F748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2186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CEBC72-86EA-3E97-1562-5B5AB4E3E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A534E6-BBA4-EC68-7024-93292F756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FA4C20-7B71-DD94-2369-E7F5F97F1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AA72-4632-4DEA-9E4B-7DBC1C9B0C3B}" type="datetimeFigureOut">
              <a:rPr lang="de-DE" smtClean="0"/>
              <a:t>20.06.2024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E6E48F-8759-5CAF-C6D2-543FDE620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2438E9-DC20-EE0C-9EDB-874A26FF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27F7-4837-417E-9FAD-FE6E46F748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1650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CE62AE-E1B4-360B-7D31-F743CEA1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D08600B-34D4-C9F4-A6BA-844721BD5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B0B209-04AE-030E-C760-D3B27F2B3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AA72-4632-4DEA-9E4B-7DBC1C9B0C3B}" type="datetimeFigureOut">
              <a:rPr lang="de-DE" smtClean="0"/>
              <a:t>20.06.2024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539632-0E91-2C82-BDA0-6070328C3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321E6C-DB49-1BA0-C83F-3ED4F1178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27F7-4837-417E-9FAD-FE6E46F748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349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2BCFB7-2E25-DE60-89A7-05666889A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7FD1CF-06F4-537C-816F-DC8A91CA3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F33C51B-C2A8-1882-BF59-953EE8610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959509E-A23A-F3FF-4CDB-F0A654803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AA72-4632-4DEA-9E4B-7DBC1C9B0C3B}" type="datetimeFigureOut">
              <a:rPr lang="de-DE" smtClean="0"/>
              <a:t>20.06.2024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F52F937-C555-B6ED-52EB-AEEF18C34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1E73FF-91F0-0EBC-FC29-AE5C8CA9D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27F7-4837-417E-9FAD-FE6E46F748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351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7971F1-4F0A-3276-9D46-AAFE875AC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4ED686-E64F-51F6-AAFA-FD2579A15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A160F5D-5B44-1B25-8213-4C594D0F9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A8A2BB7-48FC-BED2-9EDF-DBECB2F49E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7A1C481-1F0D-08C4-A0C7-C9382E0203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2FD23E1-EE7E-A1E2-16AF-3F93005D8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AA72-4632-4DEA-9E4B-7DBC1C9B0C3B}" type="datetimeFigureOut">
              <a:rPr lang="de-DE" smtClean="0"/>
              <a:t>20.06.2024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34B4C6F-E64A-3EA1-AE8C-A20B4F8DB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EB003D4-52FD-567C-17E5-02C914066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27F7-4837-417E-9FAD-FE6E46F748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3980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2D53EA-E618-7A3E-D544-580173F90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BE198D-F679-893F-AF75-F43BC13EF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AA72-4632-4DEA-9E4B-7DBC1C9B0C3B}" type="datetimeFigureOut">
              <a:rPr lang="de-DE" smtClean="0"/>
              <a:t>20.06.2024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0AD8C92-EC90-494C-6FBE-35093AF38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549630-7FFF-43F9-F555-7CAE4AD5F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27F7-4837-417E-9FAD-FE6E46F748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3867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DFB0B2B-B9E0-7684-4C4F-E06FA344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AA72-4632-4DEA-9E4B-7DBC1C9B0C3B}" type="datetimeFigureOut">
              <a:rPr lang="de-DE" smtClean="0"/>
              <a:t>20.06.2024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5BAC649-9501-52E8-F864-2B7D9B367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CAD6EE-4FE5-89FD-9717-5E9F8BD69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27F7-4837-417E-9FAD-FE6E46F748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917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E1E800-7974-F6C1-70AA-E39C59D3B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C49A74-DE64-7ECF-43B8-09079E41D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4E723F-E508-36AC-23EB-DDF364BA3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2E9941-C991-36DA-3AEF-E42469898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AA72-4632-4DEA-9E4B-7DBC1C9B0C3B}" type="datetimeFigureOut">
              <a:rPr lang="de-DE" smtClean="0"/>
              <a:t>20.06.2024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09B875-C7FC-003D-29F1-2DCE77BC9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6EAAE1-D72F-523B-294D-C7BFB372A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27F7-4837-417E-9FAD-FE6E46F748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5261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43B058-2952-D5EC-6FA3-58892E7C8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CF6ECB1-7EAB-9B0D-5260-138D6A7B09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6A7E006-F682-7646-2319-5FAA987EC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75BAC0D-BA57-458A-9DAB-54298A7D1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AA72-4632-4DEA-9E4B-7DBC1C9B0C3B}" type="datetimeFigureOut">
              <a:rPr lang="de-DE" smtClean="0"/>
              <a:t>20.06.2024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FE49F77-C7A8-CDFF-E62D-25AB28909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C9BCFE0-3A51-85F6-E362-7CD9EE29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27F7-4837-417E-9FAD-FE6E46F748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7814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36D7FC-3CA8-C979-8EAB-ABFB78EB3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5BDA088-F90E-076A-BE99-B5FBF1A75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48A3BE-BF3E-EA2C-A56E-A22A9A947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AA72-4632-4DEA-9E4B-7DBC1C9B0C3B}" type="datetimeFigureOut">
              <a:rPr lang="de-DE" smtClean="0"/>
              <a:t>20.06.2024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92ACFE-0042-A109-0EB1-B24B67E99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DDF9D3-0301-1776-2F42-7CA16230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27F7-4837-417E-9FAD-FE6E46F748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0635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4221D23-6B70-D05C-550F-E99D7CDF12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81C6690-43E8-9C54-F7F4-751BED184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2E4753-2595-951D-38DD-898078A4C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AA72-4632-4DEA-9E4B-7DBC1C9B0C3B}" type="datetimeFigureOut">
              <a:rPr lang="de-DE" smtClean="0"/>
              <a:t>20.06.2024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6E3F2A-6D3B-594E-E41B-BF69A6C4B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B33C28-6467-4556-3B80-687D07CAF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27F7-4837-417E-9FAD-FE6E46F748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67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09AC97F-8B08-3673-D53A-2BABD12B0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77A9A7-76FA-64D8-C6B7-68BA9DC53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B8CCDE-6B8D-75EF-0E5D-CB3F05F2B5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CAA72-4632-4DEA-9E4B-7DBC1C9B0C3B}" type="datetimeFigureOut">
              <a:rPr lang="de-DE" smtClean="0"/>
              <a:t>20.06.2024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AAADCA-6E8C-DA46-CFFF-56E65B725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A7DF5A-B63F-84D9-5CF4-03175B601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327F7-4837-417E-9FAD-FE6E46F748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3104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4D4240-6196-EDBF-E407-8E64AA44FD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Test-</a:t>
            </a:r>
            <a:r>
              <a:rPr lang="de-DE" dirty="0" err="1"/>
              <a:t>Powerpoint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0BEE986-F63B-E8DC-54DC-2FAAB6EEB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697" y="3836276"/>
            <a:ext cx="3828606" cy="120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923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Breitbild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Test-Powerpoint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Test-Powerpoint</dc:title>
  <dc:creator>Fabian McFly</dc:creator>
  <cp:lastModifiedBy>Fabian McFly</cp:lastModifiedBy>
  <cp:revision>2</cp:revision>
  <dcterms:created xsi:type="dcterms:W3CDTF">2024-02-14T16:47:39Z</dcterms:created>
  <dcterms:modified xsi:type="dcterms:W3CDTF">2024-06-20T14:34:12Z</dcterms:modified>
</cp:coreProperties>
</file>